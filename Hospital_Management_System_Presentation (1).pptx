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Hospital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MySQL Project | Bilal Ahmed | University of Malakand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database system to manage hospital operations like patients, doctors, appointments, billing and admissions.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hospital systems cause errors, duplication, and inefficiency in data management.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 hospital records, manage patients &amp; doctors, handle appointments &amp; billing, ensure data integrity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MySQL, MySQL Workbench, SQL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Patient, Doctor, Department, Appointment, Admission, Room, Medicine, Prescription, Bill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 Department → Many Doctors</a:t>
            </a:r>
          </a:p>
          <a:p>
            <a:r>
              <a:t>1 Patient → Many Appointments</a:t>
            </a:r>
          </a:p>
          <a:p>
            <a:r>
              <a:t>1 Doctor → Many Appointments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SQL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Joins, Subqueries, Views, Stored Procedures, Triggers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Stored 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to insert patient and appointment data efficiently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Trigger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 generates bill after patient admission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Fast, accurate, organized, reduces manual errors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Improves hospital data management and efficiency using relational database design.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